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350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a-ES" smtClean="0"/>
              <a:t>Feu clic aquí per editar l'estil</a:t>
            </a:r>
            <a:endParaRPr lang="ca-ES"/>
          </a:p>
        </p:txBody>
      </p:sp>
      <p:sp>
        <p:nvSpPr>
          <p:cNvPr id="3" name="Subtíto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a-ES" smtClean="0"/>
              <a:t>Feu clic aquí per editar l'estil de subtítols del patró</a:t>
            </a:r>
            <a:endParaRPr lang="ca-ES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DF6C-2D52-4436-86DF-409A89BB1858}" type="datetimeFigureOut">
              <a:rPr lang="ca-ES" smtClean="0"/>
              <a:t>21/4/2026</a:t>
            </a:fld>
            <a:endParaRPr lang="ca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AD1C-EF14-41C8-9351-9E060D15581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756774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smtClean="0"/>
              <a:t>Feu clic aquí per editar l'estil</a:t>
            </a:r>
            <a:endParaRPr lang="ca-ES"/>
          </a:p>
        </p:txBody>
      </p:sp>
      <p:sp>
        <p:nvSpPr>
          <p:cNvPr id="3" name="Contenidor de conting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 smtClean="0"/>
              <a:t>Editeu els estils de text del patró</a:t>
            </a:r>
          </a:p>
          <a:p>
            <a:pPr lvl="1"/>
            <a:r>
              <a:rPr lang="ca-ES" smtClean="0"/>
              <a:t>Segon nivell</a:t>
            </a:r>
          </a:p>
          <a:p>
            <a:pPr lvl="2"/>
            <a:r>
              <a:rPr lang="ca-ES" smtClean="0"/>
              <a:t>Tercer nivell</a:t>
            </a:r>
          </a:p>
          <a:p>
            <a:pPr lvl="3"/>
            <a:r>
              <a:rPr lang="ca-ES" smtClean="0"/>
              <a:t>Quart nivell</a:t>
            </a:r>
          </a:p>
          <a:p>
            <a:pPr lvl="4"/>
            <a:r>
              <a:rPr lang="ca-ES" smtClean="0"/>
              <a:t>Cinquè nivell</a:t>
            </a:r>
            <a:endParaRPr lang="ca-ES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DF6C-2D52-4436-86DF-409A89BB1858}" type="datetimeFigureOut">
              <a:rPr lang="ca-ES" smtClean="0"/>
              <a:t>21/4/2026</a:t>
            </a:fld>
            <a:endParaRPr lang="ca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AD1C-EF14-41C8-9351-9E060D15581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2570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pçalera de la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a-ES" smtClean="0"/>
              <a:t>Feu clic aquí per editar l'estil</a:t>
            </a:r>
            <a:endParaRPr lang="ca-ES"/>
          </a:p>
        </p:txBody>
      </p:sp>
      <p:sp>
        <p:nvSpPr>
          <p:cNvPr id="3" name="Contenidor de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a-ES" smtClean="0"/>
              <a:t>Editeu els estils de text del patró</a:t>
            </a:r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DF6C-2D52-4436-86DF-409A89BB1858}" type="datetimeFigureOut">
              <a:rPr lang="ca-ES" smtClean="0"/>
              <a:t>21/4/2026</a:t>
            </a:fld>
            <a:endParaRPr lang="ca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AD1C-EF14-41C8-9351-9E060D15581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4858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smtClean="0"/>
              <a:t>Feu clic aquí per editar l'estil</a:t>
            </a:r>
            <a:endParaRPr lang="ca-ES"/>
          </a:p>
        </p:txBody>
      </p:sp>
      <p:sp>
        <p:nvSpPr>
          <p:cNvPr id="3" name="Contenidor de contingut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a-ES" smtClean="0"/>
              <a:t>Editeu els estils de text del patró</a:t>
            </a:r>
          </a:p>
          <a:p>
            <a:pPr lvl="1"/>
            <a:r>
              <a:rPr lang="ca-ES" smtClean="0"/>
              <a:t>Segon nivell</a:t>
            </a:r>
          </a:p>
          <a:p>
            <a:pPr lvl="2"/>
            <a:r>
              <a:rPr lang="ca-ES" smtClean="0"/>
              <a:t>Tercer nivell</a:t>
            </a:r>
          </a:p>
          <a:p>
            <a:pPr lvl="3"/>
            <a:r>
              <a:rPr lang="ca-ES" smtClean="0"/>
              <a:t>Quart nivell</a:t>
            </a:r>
          </a:p>
          <a:p>
            <a:pPr lvl="4"/>
            <a:r>
              <a:rPr lang="ca-ES" smtClean="0"/>
              <a:t>Cinquè nivell</a:t>
            </a:r>
            <a:endParaRPr lang="ca-ES"/>
          </a:p>
        </p:txBody>
      </p:sp>
      <p:sp>
        <p:nvSpPr>
          <p:cNvPr id="4" name="Contenidor de contingut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a-ES" smtClean="0"/>
              <a:t>Editeu els estils de text del patró</a:t>
            </a:r>
          </a:p>
          <a:p>
            <a:pPr lvl="1"/>
            <a:r>
              <a:rPr lang="ca-ES" smtClean="0"/>
              <a:t>Segon nivell</a:t>
            </a:r>
          </a:p>
          <a:p>
            <a:pPr lvl="2"/>
            <a:r>
              <a:rPr lang="ca-ES" smtClean="0"/>
              <a:t>Tercer nivell</a:t>
            </a:r>
          </a:p>
          <a:p>
            <a:pPr lvl="3"/>
            <a:r>
              <a:rPr lang="ca-ES" smtClean="0"/>
              <a:t>Quart nivell</a:t>
            </a:r>
          </a:p>
          <a:p>
            <a:pPr lvl="4"/>
            <a:r>
              <a:rPr lang="ca-ES" smtClean="0"/>
              <a:t>Cinquè nivell</a:t>
            </a:r>
            <a:endParaRPr lang="ca-ES"/>
          </a:p>
        </p:txBody>
      </p:sp>
      <p:sp>
        <p:nvSpPr>
          <p:cNvPr id="5" name="Contenidor de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DF6C-2D52-4436-86DF-409A89BB1858}" type="datetimeFigureOut">
              <a:rPr lang="ca-ES" smtClean="0"/>
              <a:t>21/4/2026</a:t>
            </a:fld>
            <a:endParaRPr lang="ca-ES"/>
          </a:p>
        </p:txBody>
      </p:sp>
      <p:sp>
        <p:nvSpPr>
          <p:cNvPr id="6" name="Contenidor de peu de pà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Conteni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AD1C-EF14-41C8-9351-9E060D15581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24056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a-ES" smtClean="0"/>
              <a:t>Feu clic aquí per editar l'estil</a:t>
            </a:r>
            <a:endParaRPr lang="ca-ES"/>
          </a:p>
        </p:txBody>
      </p:sp>
      <p:sp>
        <p:nvSpPr>
          <p:cNvPr id="3" name="Contenidor de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 smtClean="0"/>
              <a:t>Editeu els estils de text del patró</a:t>
            </a:r>
          </a:p>
        </p:txBody>
      </p:sp>
      <p:sp>
        <p:nvSpPr>
          <p:cNvPr id="4" name="Contenidor de contingut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a-ES" smtClean="0"/>
              <a:t>Editeu els estils de text del patró</a:t>
            </a:r>
          </a:p>
          <a:p>
            <a:pPr lvl="1"/>
            <a:r>
              <a:rPr lang="ca-ES" smtClean="0"/>
              <a:t>Segon nivell</a:t>
            </a:r>
          </a:p>
          <a:p>
            <a:pPr lvl="2"/>
            <a:r>
              <a:rPr lang="ca-ES" smtClean="0"/>
              <a:t>Tercer nivell</a:t>
            </a:r>
          </a:p>
          <a:p>
            <a:pPr lvl="3"/>
            <a:r>
              <a:rPr lang="ca-ES" smtClean="0"/>
              <a:t>Quart nivell</a:t>
            </a:r>
          </a:p>
          <a:p>
            <a:pPr lvl="4"/>
            <a:r>
              <a:rPr lang="ca-ES" smtClean="0"/>
              <a:t>Cinquè nivell</a:t>
            </a:r>
            <a:endParaRPr lang="ca-ES"/>
          </a:p>
        </p:txBody>
      </p:sp>
      <p:sp>
        <p:nvSpPr>
          <p:cNvPr id="5" name="Contenidor de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 smtClean="0"/>
              <a:t>Editeu els estils de text del patró</a:t>
            </a:r>
          </a:p>
        </p:txBody>
      </p:sp>
      <p:sp>
        <p:nvSpPr>
          <p:cNvPr id="6" name="Contenidor de contingut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a-ES" smtClean="0"/>
              <a:t>Editeu els estils de text del patró</a:t>
            </a:r>
          </a:p>
          <a:p>
            <a:pPr lvl="1"/>
            <a:r>
              <a:rPr lang="ca-ES" smtClean="0"/>
              <a:t>Segon nivell</a:t>
            </a:r>
          </a:p>
          <a:p>
            <a:pPr lvl="2"/>
            <a:r>
              <a:rPr lang="ca-ES" smtClean="0"/>
              <a:t>Tercer nivell</a:t>
            </a:r>
          </a:p>
          <a:p>
            <a:pPr lvl="3"/>
            <a:r>
              <a:rPr lang="ca-ES" smtClean="0"/>
              <a:t>Quart nivell</a:t>
            </a:r>
          </a:p>
          <a:p>
            <a:pPr lvl="4"/>
            <a:r>
              <a:rPr lang="ca-ES" smtClean="0"/>
              <a:t>Cinquè nivell</a:t>
            </a:r>
            <a:endParaRPr lang="ca-ES"/>
          </a:p>
        </p:txBody>
      </p:sp>
      <p:sp>
        <p:nvSpPr>
          <p:cNvPr id="7" name="Contenidor de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DF6C-2D52-4436-86DF-409A89BB1858}" type="datetimeFigureOut">
              <a:rPr lang="ca-ES" smtClean="0"/>
              <a:t>21/4/2026</a:t>
            </a:fld>
            <a:endParaRPr lang="ca-ES"/>
          </a:p>
        </p:txBody>
      </p:sp>
      <p:sp>
        <p:nvSpPr>
          <p:cNvPr id="8" name="Contenidor de peu de pà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Conteni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AD1C-EF14-41C8-9351-9E060D15581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51331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més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smtClean="0"/>
              <a:t>Feu clic aquí per editar l'estil</a:t>
            </a:r>
            <a:endParaRPr lang="ca-ES"/>
          </a:p>
        </p:txBody>
      </p:sp>
      <p:sp>
        <p:nvSpPr>
          <p:cNvPr id="3" name="Contenidor de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DF6C-2D52-4436-86DF-409A89BB1858}" type="datetimeFigureOut">
              <a:rPr lang="ca-ES" smtClean="0"/>
              <a:t>21/4/2026</a:t>
            </a:fld>
            <a:endParaRPr lang="ca-ES"/>
          </a:p>
        </p:txBody>
      </p:sp>
      <p:sp>
        <p:nvSpPr>
          <p:cNvPr id="4" name="Contenidor de peu de pà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Conteni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AD1C-EF14-41C8-9351-9E060D15581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60504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DF6C-2D52-4436-86DF-409A89BB1858}" type="datetimeFigureOut">
              <a:rPr lang="ca-ES" smtClean="0"/>
              <a:t>21/4/2026</a:t>
            </a:fld>
            <a:endParaRPr lang="ca-ES"/>
          </a:p>
        </p:txBody>
      </p:sp>
      <p:sp>
        <p:nvSpPr>
          <p:cNvPr id="3" name="Contenidor de peu de pà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Conteni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AD1C-EF14-41C8-9351-9E060D15581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77072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ingut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 smtClean="0"/>
              <a:t>Feu clic aquí per editar l'estil</a:t>
            </a:r>
            <a:endParaRPr lang="ca-ES"/>
          </a:p>
        </p:txBody>
      </p:sp>
      <p:sp>
        <p:nvSpPr>
          <p:cNvPr id="3" name="Contenidor de contingut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a-ES" smtClean="0"/>
              <a:t>Editeu els estils de text del patró</a:t>
            </a:r>
          </a:p>
          <a:p>
            <a:pPr lvl="1"/>
            <a:r>
              <a:rPr lang="ca-ES" smtClean="0"/>
              <a:t>Segon nivell</a:t>
            </a:r>
          </a:p>
          <a:p>
            <a:pPr lvl="2"/>
            <a:r>
              <a:rPr lang="ca-ES" smtClean="0"/>
              <a:t>Tercer nivell</a:t>
            </a:r>
          </a:p>
          <a:p>
            <a:pPr lvl="3"/>
            <a:r>
              <a:rPr lang="ca-ES" smtClean="0"/>
              <a:t>Quart nivell</a:t>
            </a:r>
          </a:p>
          <a:p>
            <a:pPr lvl="4"/>
            <a:r>
              <a:rPr lang="ca-ES" smtClean="0"/>
              <a:t>Cinquè nivell</a:t>
            </a:r>
            <a:endParaRPr lang="ca-ES"/>
          </a:p>
        </p:txBody>
      </p:sp>
      <p:sp>
        <p:nvSpPr>
          <p:cNvPr id="4" name="Contenidor de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 smtClean="0"/>
              <a:t>Editeu els estils de text del patró</a:t>
            </a:r>
          </a:p>
        </p:txBody>
      </p:sp>
      <p:sp>
        <p:nvSpPr>
          <p:cNvPr id="5" name="Contenidor de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DF6C-2D52-4436-86DF-409A89BB1858}" type="datetimeFigureOut">
              <a:rPr lang="ca-ES" smtClean="0"/>
              <a:t>21/4/2026</a:t>
            </a:fld>
            <a:endParaRPr lang="ca-ES"/>
          </a:p>
        </p:txBody>
      </p:sp>
      <p:sp>
        <p:nvSpPr>
          <p:cNvPr id="6" name="Contenidor de peu de pà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Conteni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AD1C-EF14-41C8-9351-9E060D15581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787602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tge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 smtClean="0"/>
              <a:t>Feu clic aquí per editar l'estil</a:t>
            </a:r>
            <a:endParaRPr lang="ca-ES"/>
          </a:p>
        </p:txBody>
      </p:sp>
      <p:sp>
        <p:nvSpPr>
          <p:cNvPr id="3" name="Contenidor d'imatg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Contenidor de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 smtClean="0"/>
              <a:t>Editeu els estils de text del patró</a:t>
            </a:r>
          </a:p>
        </p:txBody>
      </p:sp>
      <p:sp>
        <p:nvSpPr>
          <p:cNvPr id="5" name="Contenidor de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DF6C-2D52-4436-86DF-409A89BB1858}" type="datetimeFigureOut">
              <a:rPr lang="ca-ES" smtClean="0"/>
              <a:t>21/4/2026</a:t>
            </a:fld>
            <a:endParaRPr lang="ca-ES"/>
          </a:p>
        </p:txBody>
      </p:sp>
      <p:sp>
        <p:nvSpPr>
          <p:cNvPr id="6" name="Contenidor de peu de pà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Conteni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AD1C-EF14-41C8-9351-9E060D15581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88299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ol 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smtClean="0"/>
              <a:t>Feu clic aquí per editar l'estil</a:t>
            </a:r>
            <a:endParaRPr lang="ca-ES"/>
          </a:p>
        </p:txBody>
      </p:sp>
      <p:sp>
        <p:nvSpPr>
          <p:cNvPr id="3" name="Contenidor de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a-ES" smtClean="0"/>
              <a:t>Editeu els estils de text del patró</a:t>
            </a:r>
          </a:p>
          <a:p>
            <a:pPr lvl="1"/>
            <a:r>
              <a:rPr lang="ca-ES" smtClean="0"/>
              <a:t>Segon nivell</a:t>
            </a:r>
          </a:p>
          <a:p>
            <a:pPr lvl="2"/>
            <a:r>
              <a:rPr lang="ca-ES" smtClean="0"/>
              <a:t>Tercer nivell</a:t>
            </a:r>
          </a:p>
          <a:p>
            <a:pPr lvl="3"/>
            <a:r>
              <a:rPr lang="ca-ES" smtClean="0"/>
              <a:t>Quart nivell</a:t>
            </a:r>
          </a:p>
          <a:p>
            <a:pPr lvl="4"/>
            <a:r>
              <a:rPr lang="ca-ES" smtClean="0"/>
              <a:t>Cinquè nivell</a:t>
            </a:r>
            <a:endParaRPr lang="ca-ES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DF6C-2D52-4436-86DF-409A89BB1858}" type="datetimeFigureOut">
              <a:rPr lang="ca-ES" smtClean="0"/>
              <a:t>21/4/2026</a:t>
            </a:fld>
            <a:endParaRPr lang="ca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AD1C-EF14-41C8-9351-9E060D15581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743073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ol vertical 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a-ES" smtClean="0"/>
              <a:t>Feu clic aquí per editar l'estil</a:t>
            </a:r>
            <a:endParaRPr lang="ca-ES"/>
          </a:p>
        </p:txBody>
      </p:sp>
      <p:sp>
        <p:nvSpPr>
          <p:cNvPr id="3" name="Contenidor de text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a-ES" smtClean="0"/>
              <a:t>Editeu els estils de text del patró</a:t>
            </a:r>
          </a:p>
          <a:p>
            <a:pPr lvl="1"/>
            <a:r>
              <a:rPr lang="ca-ES" smtClean="0"/>
              <a:t>Segon nivell</a:t>
            </a:r>
          </a:p>
          <a:p>
            <a:pPr lvl="2"/>
            <a:r>
              <a:rPr lang="ca-ES" smtClean="0"/>
              <a:t>Tercer nivell</a:t>
            </a:r>
          </a:p>
          <a:p>
            <a:pPr lvl="3"/>
            <a:r>
              <a:rPr lang="ca-ES" smtClean="0"/>
              <a:t>Quart nivell</a:t>
            </a:r>
          </a:p>
          <a:p>
            <a:pPr lvl="4"/>
            <a:r>
              <a:rPr lang="ca-ES" smtClean="0"/>
              <a:t>Cinquè nivell</a:t>
            </a:r>
            <a:endParaRPr lang="ca-ES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9DF6C-2D52-4436-86DF-409A89BB1858}" type="datetimeFigureOut">
              <a:rPr lang="ca-ES" smtClean="0"/>
              <a:t>21/4/2026</a:t>
            </a:fld>
            <a:endParaRPr lang="ca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AD1C-EF14-41C8-9351-9E060D15581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9620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títo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a-ES" smtClean="0"/>
              <a:t>Feu clic aquí per editar l'estil</a:t>
            </a:r>
            <a:endParaRPr lang="ca-ES"/>
          </a:p>
        </p:txBody>
      </p:sp>
      <p:sp>
        <p:nvSpPr>
          <p:cNvPr id="3" name="Contenidor de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a-ES" smtClean="0"/>
              <a:t>Editeu els estils de text del patró</a:t>
            </a:r>
          </a:p>
          <a:p>
            <a:pPr lvl="1"/>
            <a:r>
              <a:rPr lang="ca-ES" smtClean="0"/>
              <a:t>Segon nivell</a:t>
            </a:r>
          </a:p>
          <a:p>
            <a:pPr lvl="2"/>
            <a:r>
              <a:rPr lang="ca-ES" smtClean="0"/>
              <a:t>Tercer nivell</a:t>
            </a:r>
          </a:p>
          <a:p>
            <a:pPr lvl="3"/>
            <a:r>
              <a:rPr lang="ca-ES" smtClean="0"/>
              <a:t>Quart nivell</a:t>
            </a:r>
          </a:p>
          <a:p>
            <a:pPr lvl="4"/>
            <a:r>
              <a:rPr lang="ca-ES" smtClean="0"/>
              <a:t>Cinquè nivell</a:t>
            </a:r>
            <a:endParaRPr lang="ca-ES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9DF6C-2D52-4436-86DF-409A89BB1858}" type="datetimeFigureOut">
              <a:rPr lang="ca-ES" smtClean="0"/>
              <a:t>21/4/2026</a:t>
            </a:fld>
            <a:endParaRPr lang="ca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BAD1C-EF14-41C8-9351-9E060D15581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163920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t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69" y="399540"/>
            <a:ext cx="11445106" cy="5466763"/>
          </a:xfrm>
          <a:prstGeom prst="rect">
            <a:avLst/>
          </a:prstGeom>
        </p:spPr>
      </p:pic>
      <p:pic>
        <p:nvPicPr>
          <p:cNvPr id="5" name="Imatge 4"/>
          <p:cNvPicPr>
            <a:picLocks noChangeAspect="1"/>
          </p:cNvPicPr>
          <p:nvPr/>
        </p:nvPicPr>
        <p:blipFill rotWithShape="1">
          <a:blip r:embed="rId3"/>
          <a:srcRect l="17502" t="22430"/>
          <a:stretch/>
        </p:blipFill>
        <p:spPr>
          <a:xfrm>
            <a:off x="2888229" y="5815293"/>
            <a:ext cx="9423550" cy="4128219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229189" y="999451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1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59266" y="1243478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2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585218" y="2751825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3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802519" y="5234901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4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759266" y="5554717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5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808374" y="999451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12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159039" y="632865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7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851299" y="5959403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18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851299" y="693303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11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715506" y="738875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24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9203014" y="549193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6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11812864" y="678359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9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982783" y="4856628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17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11073405" y="657143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8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5031064" y="3581257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16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4662764" y="2126128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14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3703914" y="2621537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15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7594094" y="1607796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13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1822592" y="9380517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10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5808374" y="7077897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20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3717151" y="6817321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19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4797199" y="7837655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22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5195633" y="7485128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21</a:t>
            </a:r>
            <a:endParaRPr lang="ca-ES" sz="800" b="1" dirty="0">
              <a:solidFill>
                <a:schemeClr val="bg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7359655" y="8737741"/>
            <a:ext cx="260576" cy="260576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400" b="1" dirty="0" smtClean="0">
                <a:solidFill>
                  <a:schemeClr val="bg1"/>
                </a:solidFill>
              </a:rPr>
              <a:t>23</a:t>
            </a:r>
            <a:endParaRPr lang="ca-E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2033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'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1F31BEBD07D24E875479AD15FCC5D3" ma:contentTypeVersion="16" ma:contentTypeDescription="Crea un document nou" ma:contentTypeScope="" ma:versionID="dc8c86dfe0f897f3c657928ca8d39215">
  <xsd:schema xmlns:xsd="http://www.w3.org/2001/XMLSchema" xmlns:xs="http://www.w3.org/2001/XMLSchema" xmlns:p="http://schemas.microsoft.com/office/2006/metadata/properties" xmlns:ns3="d3a0d83c-5a76-4ab6-8cfe-b0063d7f7d1a" xmlns:ns4="0c741cec-9eb5-4dd0-b79f-25909704b2ca" targetNamespace="http://schemas.microsoft.com/office/2006/metadata/properties" ma:root="true" ma:fieldsID="fc5d26f0956a19cf494a9ccf4c0f8ff6" ns3:_="" ns4:_="">
    <xsd:import namespace="d3a0d83c-5a76-4ab6-8cfe-b0063d7f7d1a"/>
    <xsd:import namespace="0c741cec-9eb5-4dd0-b79f-25909704b2c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0d83c-5a76-4ab6-8cfe-b0063d7f7d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741cec-9eb5-4dd0-b79f-25909704b2c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t amb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'ha compartit amb detal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indicació per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us de contingut"/>
        <xsd:element ref="dc:title" minOccurs="0" maxOccurs="1" ma:index="4" ma:displayName="Títo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a0d83c-5a76-4ab6-8cfe-b0063d7f7d1a" xsi:nil="true"/>
  </documentManagement>
</p:properties>
</file>

<file path=customXml/itemProps1.xml><?xml version="1.0" encoding="utf-8"?>
<ds:datastoreItem xmlns:ds="http://schemas.openxmlformats.org/officeDocument/2006/customXml" ds:itemID="{5089FBF4-E309-450D-9029-DD6CB30145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a0d83c-5a76-4ab6-8cfe-b0063d7f7d1a"/>
    <ds:schemaRef ds:uri="0c741cec-9eb5-4dd0-b79f-25909704b2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B8AE88-D3E1-4D5A-9CE3-109EAE8B86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FBC286-1E91-46D1-BC84-7A033B2EAD91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0c741cec-9eb5-4dd0-b79f-25909704b2ca"/>
    <ds:schemaRef ds:uri="d3a0d83c-5a76-4ab6-8cfe-b0063d7f7d1a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24</Words>
  <Application>Microsoft Office PowerPoint</Application>
  <PresentationFormat>Pantalla panoràmica</PresentationFormat>
  <Paragraphs>24</Paragraphs>
  <Slides>1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l'Office</vt:lpstr>
      <vt:lpstr>Presentació del PowerPoint</vt:lpstr>
    </vt:vector>
  </TitlesOfParts>
  <Company>Fujitsu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creator>Martin Andreas Koch</dc:creator>
  <cp:lastModifiedBy>Martin Andreas Koch</cp:lastModifiedBy>
  <cp:revision>3</cp:revision>
  <dcterms:created xsi:type="dcterms:W3CDTF">2026-04-21T11:13:09Z</dcterms:created>
  <dcterms:modified xsi:type="dcterms:W3CDTF">2026-04-21T12:49:39Z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0x010100221F31BEBD07D24E875479AD15FCC5D3</vt:lpwstr>
  </property>
</Properties>
</file>